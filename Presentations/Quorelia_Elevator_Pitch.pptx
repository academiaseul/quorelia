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3108960"/>
            <a:ext cx="6858000" cy="6858000"/>
          </a:xfrm>
          <a:prstGeom prst="ellipse">
            <a:avLst/>
          </a:prstGeom>
          <a:solidFill>
            <a:srgbClr val="122A4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828800"/>
            <a:ext cx="3840480" cy="3840480"/>
          </a:xfrm>
          <a:prstGeom prst="ellipse">
            <a:avLst/>
          </a:prstGeom>
          <a:solidFill>
            <a:srgbClr val="1A3752"/>
          </a:solidFill>
          <a:ln/>
        </p:spPr>
      </p:sp>
      <p:pic>
        <p:nvPicPr>
          <p:cNvPr id="4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502920"/>
            <a:ext cx="1828800" cy="1664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37560" y="2148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508760" y="2880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8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INTELLIGENT OVERSIGHT FOR RENEWABLE ENERGY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08760" y="3429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i="1" dirty="0">
                <a:solidFill>
                  <a:srgbClr val="C7D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energy. Always under watch.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219456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monitoring, alerts, diagnostics, and automated reporting for solar, wind, and battery storage assets.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  · 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inside a live 1,000 MW BESS asset — not designed in a vacuum.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5943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grew out of the automated reporting system built for one of the largest battery storage assets in Chile — turning raw SCADA data into the contractual figures its investors and offtake partner rely on. What started as a single plant's reporting layer is becoming an independent intelligence platform for renewable energy assets everywhere.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2057400"/>
            <a:ext cx="4572000" cy="896112"/>
          </a:xfrm>
          <a:prstGeom prst="roundRect">
            <a:avLst>
              <a:gd name="adj" fmla="val 816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78040" y="24414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live 1,000 MW BESS asset in northern Chile.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3108960"/>
            <a:ext cx="4572000" cy="896112"/>
          </a:xfrm>
          <a:prstGeom prst="roundRect">
            <a:avLst>
              <a:gd name="adj" fmla="val 816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3227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78040" y="34930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automated reporting — not maintenance dispatch.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4160520"/>
            <a:ext cx="4572000" cy="896112"/>
          </a:xfrm>
          <a:prstGeom prst="roundRect">
            <a:avLst>
              <a:gd name="adj" fmla="val 816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4279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4544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· Wind · ESS, in English and Spanish.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473952"/>
            <a:ext cx="219456" cy="21945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39568" y="6465393"/>
            <a:ext cx="57059" cy="57059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486400" cy="5486400"/>
          </a:xfrm>
          <a:prstGeom prst="ellipse">
            <a:avLst/>
          </a:prstGeom>
          <a:solidFill>
            <a:srgbClr val="122A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every number a renewable energy asset reports provable — monitored continuously, verified independently, and delivered on schedule.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969264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i="1" dirty="0">
                <a:solidFill>
                  <a:srgbClr val="C7D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world where no renewable energy asset operates unwatched — and every plant's numbers are trusted by default.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57200" y="6473952"/>
            <a:ext cx="219456" cy="21945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639568" y="6465393"/>
            <a:ext cx="57059" cy="57059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A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intend to earn the trust the mission talks about.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21992"/>
            <a:ext cx="438912" cy="438912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48" dirty="0"/>
          </a:p>
        </p:txBody>
      </p:sp>
      <p:sp>
        <p:nvSpPr>
          <p:cNvPr id="7" name="Text 5"/>
          <p:cNvSpPr/>
          <p:nvPr/>
        </p:nvSpPr>
        <p:spPr>
          <a:xfrm>
            <a:off x="896112" y="283464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trust plant by plant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3264408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defensible monitoring and reporting on real assets — not a land-grab of features.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221992"/>
            <a:ext cx="438912" cy="438912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48" dirty="0"/>
          </a:p>
        </p:txBody>
      </p:sp>
      <p:sp>
        <p:nvSpPr>
          <p:cNvPr id="12" name="Text 10"/>
          <p:cNvSpPr/>
          <p:nvPr/>
        </p:nvSpPr>
        <p:spPr>
          <a:xfrm>
            <a:off x="6519672" y="283464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every asset class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19672" y="3264408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across solar, wind, and storage, not a point tool for a single technology.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233672"/>
            <a:ext cx="438912" cy="438912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233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48" dirty="0"/>
          </a:p>
        </p:txBody>
      </p:sp>
      <p:sp>
        <p:nvSpPr>
          <p:cNvPr id="17" name="Text 15"/>
          <p:cNvSpPr/>
          <p:nvPr/>
        </p:nvSpPr>
        <p:spPr>
          <a:xfrm>
            <a:off x="896112" y="484632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disciplined on scope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6112" y="5276088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through verification and reporting depth — not by quietly becoming a maintenance dispatch tool.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233672"/>
            <a:ext cx="438912" cy="438912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233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48" dirty="0"/>
          </a:p>
        </p:txBody>
      </p:sp>
      <p:sp>
        <p:nvSpPr>
          <p:cNvPr id="22" name="Text 20"/>
          <p:cNvSpPr/>
          <p:nvPr/>
        </p:nvSpPr>
        <p:spPr>
          <a:xfrm>
            <a:off x="6519672" y="484632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toward a true platform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9672" y="5276088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single-plant beta engagement to a multi-client product, without loosening the provenance standard.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473952"/>
            <a:ext cx="219456" cy="21945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473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639568" y="6465393"/>
            <a:ext cx="57059" cy="57059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assets generate more data than anyone can watch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most reporting still runs on spreadsheets, screenshots, and someone's Tuesday afternoon.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417320" y="2103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doesn't scale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17320" y="253288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work per report — multiplied across every site, every month.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55848"/>
            <a:ext cx="502920" cy="50292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417320" y="3310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data” and “zero” aren’t the same thing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373989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can’t tell the difference — and a contractual figure can live or die on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62856"/>
            <a:ext cx="502920" cy="50292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417320" y="451713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number is a commercial event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17320" y="49469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incorrect contractual figure isn’t a typo. It’s a credibility problem with your offtake partner or investor.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6473952"/>
            <a:ext cx="219456" cy="21945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473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39568" y="6465393"/>
            <a:ext cx="57059" cy="57059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independent intelligence layer between your plant and the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responsible for 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SCADA. Not a maintenance system. Trust in the numbers.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32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every plant, inverter, rack, and channel — solar, wind, or ESS.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2424" y="23317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5304" y="2532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75304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75304" y="34290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alarms the moment a threshold is breached, a channel drops, or a fault appears.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23317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2532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27648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27648" y="34290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traced to source data and provenance — not just flagged and left for someone to chase.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97112" y="23317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9992" y="2532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79992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079992" y="34290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monthly reports build themselves, in English and Spanish, ready for stakeholders.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6473952"/>
            <a:ext cx="219456" cy="21945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473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639568" y="6465393"/>
            <a:ext cx="57059" cy="57059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A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plant data to a finished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steps, running on a schedule you control.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5584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SCADA, inverter, and monitoring feeds — no rip-and-replace.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27248" y="2121408"/>
            <a:ext cx="21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55848" y="2148840"/>
            <a:ext cx="548640" cy="54864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3355848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55848" y="335584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cleans and structures the data across every site and vendor.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43016" y="2121408"/>
            <a:ext cx="21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71616" y="2148840"/>
            <a:ext cx="548640" cy="54864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15" name="Text 13"/>
          <p:cNvSpPr/>
          <p:nvPr/>
        </p:nvSpPr>
        <p:spPr>
          <a:xfrm>
            <a:off x="607161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6071616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71616" y="335584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re-derived by an independent path before it's allowed to publish.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58784" y="2121408"/>
            <a:ext cx="21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787384" y="2148840"/>
            <a:ext cx="548640" cy="54864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20" name="Text 18"/>
          <p:cNvSpPr/>
          <p:nvPr/>
        </p:nvSpPr>
        <p:spPr>
          <a:xfrm>
            <a:off x="878738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1" name="Text 19"/>
          <p:cNvSpPr/>
          <p:nvPr/>
        </p:nvSpPr>
        <p:spPr>
          <a:xfrm>
            <a:off x="8787384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87384" y="335584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get a branded portal or report, in their preferred language.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07492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data, calculated results, and provenance are stored together — so every number that reaches a report has a documented explanation.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7200" y="6473952"/>
            <a:ext cx="219456" cy="21945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73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39568" y="6465393"/>
            <a:ext cx="57059" cy="57059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defensible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traces back to one goal: a number you can stand behind.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574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Provenance-backed figures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1248" y="2587752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re-derived by an independent path before publishing. If the two don’t match, it doesn’t go out.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279392" y="187452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0574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Coverage-aware verdicts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80560" y="2587752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coverage is too thin, the contractual verdict is withheld and explained — never guessed.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918704" y="187452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9872" y="205740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by default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19872" y="2587752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and portal renders in English and Spanish, no separate translation step.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40080" y="3730752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your existing SCADA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" y="4443984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common SCADA, inverter, and BMS platforms — no rip-and-replace.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279392" y="3730752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91363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· Wind · ESS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80560" y="4443984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across asset classes, not a point tool for a single technology.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918704" y="3730752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391363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Alert-based, not 24/7 screen-watching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19872" y="4443984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watches continuously; your people get dispatched only when something real needs attention.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57200" y="6473952"/>
            <a:ext cx="219456" cy="21945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473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39568" y="6465393"/>
            <a:ext cx="57059" cy="57059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against real BESS plant data — in production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447288" cy="3017520"/>
          </a:xfrm>
          <a:prstGeom prst="roundRect">
            <a:avLst>
              <a:gd name="adj" fmla="val 2424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75688"/>
            <a:ext cx="3447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670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60120" y="3337560"/>
            <a:ext cx="2807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run against the reporting engine before any figure ships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70248" y="1783080"/>
            <a:ext cx="3447288" cy="3017520"/>
          </a:xfrm>
          <a:prstGeom prst="roundRect">
            <a:avLst>
              <a:gd name="adj" fmla="val 2424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48" y="2075688"/>
            <a:ext cx="3447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90288" y="3337560"/>
            <a:ext cx="2807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erroneous figures caught and blocked before they could be published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0416" y="1783080"/>
            <a:ext cx="3447288" cy="3017520"/>
          </a:xfrm>
          <a:prstGeom prst="roundRect">
            <a:avLst>
              <a:gd name="adj" fmla="val 2424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0416" y="2075688"/>
            <a:ext cx="3447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220456" y="3337560"/>
            <a:ext cx="2807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surfaced that weren’t part of the original scope of 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live 1,000 MW BESS asset — not illustrative figures.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6473952"/>
            <a:ext cx="219456" cy="21945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39568" y="6465393"/>
            <a:ext cx="57059" cy="57059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A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people who answer for the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4728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owners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confidence in the figures reported up to your own board and investors.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691640"/>
            <a:ext cx="344728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44568" y="1965960"/>
            <a:ext cx="457200" cy="45720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260604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EPCs &amp; O&amp;M teams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306324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report-prep time from days to minutes, with consistent formatting across every site.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00416" y="1691640"/>
            <a:ext cx="344728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74736" y="1965960"/>
            <a:ext cx="457200" cy="45720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15" name="Text 13"/>
          <p:cNvSpPr/>
          <p:nvPr/>
        </p:nvSpPr>
        <p:spPr>
          <a:xfrm>
            <a:off x="817473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74736" y="260604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&amp; stakeholders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74736" y="306324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independent, provenance-backed check on the numbers you're financially exposed to.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B1C2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 ·  ENGLISH &amp; SPANISH  ·  SOLAR  ·  WIND  ·  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73952"/>
            <a:ext cx="219456" cy="21945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473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639568" y="6465393"/>
            <a:ext cx="57059" cy="57059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560320"/>
            <a:ext cx="5943600" cy="5943600"/>
          </a:xfrm>
          <a:prstGeom prst="ellipse">
            <a:avLst/>
          </a:prstGeom>
          <a:solidFill>
            <a:srgbClr val="122A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thing: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 is the independent intelligence layer between your renewable energy assets and the people financially responsible for them.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need another dashboard. You need to trust the numbers in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6473952"/>
            <a:ext cx="219456" cy="21945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73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39568" y="6465393"/>
            <a:ext cx="57059" cy="57059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A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122A40"/>
          </a:solidFill>
          <a:ln/>
        </p:spPr>
      </p:sp>
      <p:pic>
        <p:nvPicPr>
          <p:cNvPr id="3" name="Image 0" descr="/sessions/exciting-busy-einstein/mnt/outputs/quorelia-qmark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105156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0241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QUORELIA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put your next report to the test.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plant never sleeps, neither does your monitoring.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hello@quorelia.io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080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50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“Quorelia” is a proposed working name; quorelia.com is already registered by a third party. Materials assume an alternate domain (quorelia.io) pending formal trademark and domain clearance.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2026-08-08T16:55:20Z</dcterms:created>
  <dcterms:modified xsi:type="dcterms:W3CDTF">2026-08-08T16:55:20Z</dcterms:modified>
</cp:coreProperties>
</file>